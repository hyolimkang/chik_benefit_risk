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5CE284-0D20-4E8D-9B76-7400F22E45A5}" v="1" dt="2026-08-06T02:07:54.0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78" autoAdjust="0"/>
    <p:restoredTop sz="94660"/>
  </p:normalViewPr>
  <p:slideViewPr>
    <p:cSldViewPr snapToGrid="0">
      <p:cViewPr varScale="1">
        <p:scale>
          <a:sx n="64" d="100"/>
          <a:sy n="64" d="100"/>
        </p:scale>
        <p:origin x="49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4.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효림 강" userId="34c203ecef29604f" providerId="LiveId" clId="{C74645B2-B756-4BD0-8063-B3421C222799}"/>
    <pc:docChg chg="custSel modSld">
      <pc:chgData name="효림 강" userId="34c203ecef29604f" providerId="LiveId" clId="{C74645B2-B756-4BD0-8063-B3421C222799}" dt="2026-08-06T02:08:22.931" v="94" actId="478"/>
      <pc:docMkLst>
        <pc:docMk/>
      </pc:docMkLst>
      <pc:sldChg chg="addSp delSp modSp mod">
        <pc:chgData name="효림 강" userId="34c203ecef29604f" providerId="LiveId" clId="{C74645B2-B756-4BD0-8063-B3421C222799}" dt="2026-08-06T02:08:22.931" v="94" actId="478"/>
        <pc:sldMkLst>
          <pc:docMk/>
          <pc:sldMk cId="237446138" sldId="258"/>
        </pc:sldMkLst>
        <pc:spChg chg="add del mod">
          <ac:chgData name="효림 강" userId="34c203ecef29604f" providerId="LiveId" clId="{C74645B2-B756-4BD0-8063-B3421C222799}" dt="2026-08-06T02:08:22.931" v="94" actId="478"/>
          <ac:spMkLst>
            <pc:docMk/>
            <pc:sldMk cId="237446138" sldId="258"/>
            <ac:spMk id="6" creationId="{2434329B-4993-DBA3-CFC8-32198F90AD87}"/>
          </ac:spMkLst>
        </pc:spChg>
        <pc:spChg chg="add del">
          <ac:chgData name="효림 강" userId="34c203ecef29604f" providerId="LiveId" clId="{C74645B2-B756-4BD0-8063-B3421C222799}" dt="2026-08-06T02:07:16.725" v="10" actId="478"/>
          <ac:spMkLst>
            <pc:docMk/>
            <pc:sldMk cId="237446138" sldId="258"/>
            <ac:spMk id="11" creationId="{E2E69FCC-6273-E59A-D35D-29A52D756477}"/>
          </ac:spMkLst>
        </pc:spChg>
        <pc:spChg chg="add del mod">
          <ac:chgData name="효림 강" userId="34c203ecef29604f" providerId="LiveId" clId="{C74645B2-B756-4BD0-8063-B3421C222799}" dt="2026-08-06T02:08:21.628" v="92" actId="478"/>
          <ac:spMkLst>
            <pc:docMk/>
            <pc:sldMk cId="237446138" sldId="258"/>
            <ac:spMk id="17" creationId="{C42C8B48-A461-21B2-F10D-66461BBD17F1}"/>
          </ac:spMkLst>
        </pc:spChg>
        <pc:cxnChg chg="add del mod">
          <ac:chgData name="효림 강" userId="34c203ecef29604f" providerId="LiveId" clId="{C74645B2-B756-4BD0-8063-B3421C222799}" dt="2026-08-06T02:07:10.409" v="8" actId="478"/>
          <ac:cxnSpMkLst>
            <pc:docMk/>
            <pc:sldMk cId="237446138" sldId="258"/>
            <ac:cxnSpMk id="8" creationId="{83BE2A04-AAFD-454C-9825-7E25C23E010C}"/>
          </ac:cxnSpMkLst>
        </pc:cxnChg>
        <pc:cxnChg chg="add del">
          <ac:chgData name="효림 강" userId="34c203ecef29604f" providerId="LiveId" clId="{C74645B2-B756-4BD0-8063-B3421C222799}" dt="2026-08-06T02:07:26.079" v="12" actId="478"/>
          <ac:cxnSpMkLst>
            <pc:docMk/>
            <pc:sldMk cId="237446138" sldId="258"/>
            <ac:cxnSpMk id="13" creationId="{C3FE0766-ACAC-619A-BF75-C16027C2E0C9}"/>
          </ac:cxnSpMkLst>
        </pc:cxnChg>
        <pc:cxnChg chg="add del mod">
          <ac:chgData name="효림 강" userId="34c203ecef29604f" providerId="LiveId" clId="{C74645B2-B756-4BD0-8063-B3421C222799}" dt="2026-08-06T02:08:22.261" v="93" actId="478"/>
          <ac:cxnSpMkLst>
            <pc:docMk/>
            <pc:sldMk cId="237446138" sldId="258"/>
            <ac:cxnSpMk id="15" creationId="{6CD05FFC-86D6-75D3-4123-EC6F57FA0273}"/>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7C53AB5-7CBA-B7DD-D2CE-09FE6C958347}"/>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dirty="0"/>
              <a:t>마스터 제목 스타일 편집</a:t>
            </a:r>
            <a:endParaRPr lang="en-GB" dirty="0"/>
          </a:p>
        </p:txBody>
      </p:sp>
      <p:sp>
        <p:nvSpPr>
          <p:cNvPr id="3" name="부제목 2">
            <a:extLst>
              <a:ext uri="{FF2B5EF4-FFF2-40B4-BE49-F238E27FC236}">
                <a16:creationId xmlns:a16="http://schemas.microsoft.com/office/drawing/2014/main" id="{6BD81467-6D34-B4FB-A5BD-8FEA00F241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GB"/>
          </a:p>
        </p:txBody>
      </p:sp>
      <p:sp>
        <p:nvSpPr>
          <p:cNvPr id="4" name="날짜 개체 틀 3">
            <a:extLst>
              <a:ext uri="{FF2B5EF4-FFF2-40B4-BE49-F238E27FC236}">
                <a16:creationId xmlns:a16="http://schemas.microsoft.com/office/drawing/2014/main" id="{7E57ECF4-BCAF-7586-6EF8-2F13E2357360}"/>
              </a:ext>
            </a:extLst>
          </p:cNvPr>
          <p:cNvSpPr>
            <a:spLocks noGrp="1"/>
          </p:cNvSpPr>
          <p:nvPr>
            <p:ph type="dt" sz="half" idx="10"/>
          </p:nvPr>
        </p:nvSpPr>
        <p:spPr/>
        <p:txBody>
          <a:bodyPr/>
          <a:lstStyle/>
          <a:p>
            <a:fld id="{ED81848B-F9C4-4553-BEA7-E10C4191920A}" type="datetimeFigureOut">
              <a:rPr lang="en-GB" smtClean="0"/>
              <a:t>06/08/2026</a:t>
            </a:fld>
            <a:endParaRPr lang="en-GB"/>
          </a:p>
        </p:txBody>
      </p:sp>
      <p:sp>
        <p:nvSpPr>
          <p:cNvPr id="5" name="바닥글 개체 틀 4">
            <a:extLst>
              <a:ext uri="{FF2B5EF4-FFF2-40B4-BE49-F238E27FC236}">
                <a16:creationId xmlns:a16="http://schemas.microsoft.com/office/drawing/2014/main" id="{59D28D47-33AE-A32B-F673-A2DF77EC119A}"/>
              </a:ext>
            </a:extLst>
          </p:cNvPr>
          <p:cNvSpPr>
            <a:spLocks noGrp="1"/>
          </p:cNvSpPr>
          <p:nvPr>
            <p:ph type="ftr" sz="quarter" idx="11"/>
          </p:nvPr>
        </p:nvSpPr>
        <p:spPr/>
        <p:txBody>
          <a:bodyPr/>
          <a:lstStyle/>
          <a:p>
            <a:endParaRPr lang="en-GB"/>
          </a:p>
        </p:txBody>
      </p:sp>
      <p:sp>
        <p:nvSpPr>
          <p:cNvPr id="6" name="슬라이드 번호 개체 틀 5">
            <a:extLst>
              <a:ext uri="{FF2B5EF4-FFF2-40B4-BE49-F238E27FC236}">
                <a16:creationId xmlns:a16="http://schemas.microsoft.com/office/drawing/2014/main" id="{E398B669-4906-99FF-3DEF-81F0A568317C}"/>
              </a:ext>
            </a:extLst>
          </p:cNvPr>
          <p:cNvSpPr>
            <a:spLocks noGrp="1"/>
          </p:cNvSpPr>
          <p:nvPr>
            <p:ph type="sldNum" sz="quarter" idx="12"/>
          </p:nvPr>
        </p:nvSpPr>
        <p:spPr/>
        <p:txBody>
          <a:bodyPr/>
          <a:lstStyle/>
          <a:p>
            <a:fld id="{544DDB8F-8989-4C68-BE5A-804DD989CFC3}" type="slidenum">
              <a:rPr lang="en-GB" smtClean="0"/>
              <a:t>‹#›</a:t>
            </a:fld>
            <a:endParaRPr lang="en-GB"/>
          </a:p>
        </p:txBody>
      </p:sp>
    </p:spTree>
    <p:extLst>
      <p:ext uri="{BB962C8B-B14F-4D97-AF65-F5344CB8AC3E}">
        <p14:creationId xmlns:p14="http://schemas.microsoft.com/office/powerpoint/2010/main" val="1010960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2E36867-38D2-CD29-E641-7CB78D69B37B}"/>
              </a:ext>
            </a:extLst>
          </p:cNvPr>
          <p:cNvSpPr>
            <a:spLocks noGrp="1"/>
          </p:cNvSpPr>
          <p:nvPr>
            <p:ph type="title"/>
          </p:nvPr>
        </p:nvSpPr>
        <p:spPr/>
        <p:txBody>
          <a:bodyPr/>
          <a:lstStyle>
            <a:lvl1pPr>
              <a:defRPr sz="2800">
                <a:latin typeface="Calibri" panose="020F0502020204030204" pitchFamily="34" charset="0"/>
                <a:ea typeface="Calibri" panose="020F0502020204030204" pitchFamily="34" charset="0"/>
                <a:cs typeface="Calibri" panose="020F0502020204030204" pitchFamily="34" charset="0"/>
              </a:defRPr>
            </a:lvl1pPr>
          </a:lstStyle>
          <a:p>
            <a:r>
              <a:rPr lang="ko-KR" altLang="en-US" dirty="0"/>
              <a:t>마스터 제목 스타일 편집</a:t>
            </a:r>
            <a:endParaRPr lang="en-GB" dirty="0"/>
          </a:p>
        </p:txBody>
      </p:sp>
      <p:sp>
        <p:nvSpPr>
          <p:cNvPr id="3" name="내용 개체 틀 2">
            <a:extLst>
              <a:ext uri="{FF2B5EF4-FFF2-40B4-BE49-F238E27FC236}">
                <a16:creationId xmlns:a16="http://schemas.microsoft.com/office/drawing/2014/main" id="{0E50C80D-7C61-B6E3-BCA4-D3C6D09B233C}"/>
              </a:ext>
            </a:extLst>
          </p:cNvPr>
          <p:cNvSpPr>
            <a:spLocks noGrp="1"/>
          </p:cNvSpPr>
          <p:nvPr>
            <p:ph idx="1"/>
          </p:nvPr>
        </p:nvSpPr>
        <p:spPr/>
        <p:txBody>
          <a:bodyPr/>
          <a:lstStyle>
            <a:lvl1pPr>
              <a:defRPr sz="1800">
                <a:latin typeface="Calibri" panose="020F0502020204030204" pitchFamily="34" charset="0"/>
                <a:ea typeface="Calibri" panose="020F0502020204030204" pitchFamily="34" charset="0"/>
                <a:cs typeface="Calibri" panose="020F0502020204030204" pitchFamily="34" charset="0"/>
              </a:defRPr>
            </a:lvl1pPr>
            <a:lvl2pPr>
              <a:defRPr sz="1800">
                <a:latin typeface="Calibri" panose="020F0502020204030204" pitchFamily="34" charset="0"/>
                <a:ea typeface="Calibri" panose="020F0502020204030204" pitchFamily="34" charset="0"/>
                <a:cs typeface="Calibri" panose="020F0502020204030204" pitchFamily="34" charset="0"/>
              </a:defRPr>
            </a:lvl2pPr>
            <a:lvl3pPr>
              <a:defRPr sz="1800">
                <a:latin typeface="Calibri" panose="020F0502020204030204" pitchFamily="34" charset="0"/>
                <a:ea typeface="Calibri" panose="020F0502020204030204" pitchFamily="34" charset="0"/>
                <a:cs typeface="Calibri" panose="020F0502020204030204" pitchFamily="34" charset="0"/>
              </a:defRPr>
            </a:lvl3pPr>
            <a:lvl4pPr>
              <a:defRPr sz="1800">
                <a:latin typeface="Calibri" panose="020F0502020204030204" pitchFamily="34" charset="0"/>
                <a:ea typeface="Calibri" panose="020F0502020204030204" pitchFamily="34" charset="0"/>
                <a:cs typeface="Calibri" panose="020F0502020204030204" pitchFamily="34" charset="0"/>
              </a:defRPr>
            </a:lvl4pPr>
            <a:lvl5pPr>
              <a:defRPr sz="1800">
                <a:latin typeface="Calibri" panose="020F0502020204030204" pitchFamily="34" charset="0"/>
                <a:ea typeface="Calibri" panose="020F0502020204030204" pitchFamily="34" charset="0"/>
                <a:cs typeface="Calibri" panose="020F0502020204030204" pitchFamily="34" charset="0"/>
              </a:defRPr>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endParaRPr lang="en-GB" dirty="0"/>
          </a:p>
        </p:txBody>
      </p:sp>
      <p:sp>
        <p:nvSpPr>
          <p:cNvPr id="4" name="날짜 개체 틀 3">
            <a:extLst>
              <a:ext uri="{FF2B5EF4-FFF2-40B4-BE49-F238E27FC236}">
                <a16:creationId xmlns:a16="http://schemas.microsoft.com/office/drawing/2014/main" id="{B2495996-EF6E-17E1-5FA0-9305FBB746B8}"/>
              </a:ext>
            </a:extLst>
          </p:cNvPr>
          <p:cNvSpPr>
            <a:spLocks noGrp="1"/>
          </p:cNvSpPr>
          <p:nvPr>
            <p:ph type="dt" sz="half" idx="10"/>
          </p:nvPr>
        </p:nvSpPr>
        <p:spPr/>
        <p:txBody>
          <a:bodyPr/>
          <a:lstStyle/>
          <a:p>
            <a:fld id="{ED81848B-F9C4-4553-BEA7-E10C4191920A}" type="datetimeFigureOut">
              <a:rPr lang="en-GB" smtClean="0"/>
              <a:t>06/08/2026</a:t>
            </a:fld>
            <a:endParaRPr lang="en-GB"/>
          </a:p>
        </p:txBody>
      </p:sp>
      <p:sp>
        <p:nvSpPr>
          <p:cNvPr id="5" name="바닥글 개체 틀 4">
            <a:extLst>
              <a:ext uri="{FF2B5EF4-FFF2-40B4-BE49-F238E27FC236}">
                <a16:creationId xmlns:a16="http://schemas.microsoft.com/office/drawing/2014/main" id="{EF6D5190-D881-5CD9-055B-53B5CD72B090}"/>
              </a:ext>
            </a:extLst>
          </p:cNvPr>
          <p:cNvSpPr>
            <a:spLocks noGrp="1"/>
          </p:cNvSpPr>
          <p:nvPr>
            <p:ph type="ftr" sz="quarter" idx="11"/>
          </p:nvPr>
        </p:nvSpPr>
        <p:spPr/>
        <p:txBody>
          <a:bodyPr/>
          <a:lstStyle/>
          <a:p>
            <a:endParaRPr lang="en-GB"/>
          </a:p>
        </p:txBody>
      </p:sp>
      <p:sp>
        <p:nvSpPr>
          <p:cNvPr id="6" name="슬라이드 번호 개체 틀 5">
            <a:extLst>
              <a:ext uri="{FF2B5EF4-FFF2-40B4-BE49-F238E27FC236}">
                <a16:creationId xmlns:a16="http://schemas.microsoft.com/office/drawing/2014/main" id="{2F57C3F3-6D32-4A1C-504F-D1F47B9AA4FD}"/>
              </a:ext>
            </a:extLst>
          </p:cNvPr>
          <p:cNvSpPr>
            <a:spLocks noGrp="1"/>
          </p:cNvSpPr>
          <p:nvPr>
            <p:ph type="sldNum" sz="quarter" idx="12"/>
          </p:nvPr>
        </p:nvSpPr>
        <p:spPr/>
        <p:txBody>
          <a:bodyPr/>
          <a:lstStyle/>
          <a:p>
            <a:fld id="{544DDB8F-8989-4C68-BE5A-804DD989CFC3}" type="slidenum">
              <a:rPr lang="en-GB" smtClean="0"/>
              <a:t>‹#›</a:t>
            </a:fld>
            <a:endParaRPr lang="en-GB"/>
          </a:p>
        </p:txBody>
      </p:sp>
    </p:spTree>
    <p:extLst>
      <p:ext uri="{BB962C8B-B14F-4D97-AF65-F5344CB8AC3E}">
        <p14:creationId xmlns:p14="http://schemas.microsoft.com/office/powerpoint/2010/main" val="31631709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37B0355-D5DF-4C9C-5CF2-3FA651354404}"/>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endParaRPr lang="en-GB"/>
          </a:p>
        </p:txBody>
      </p:sp>
      <p:sp>
        <p:nvSpPr>
          <p:cNvPr id="3" name="텍스트 개체 틀 2">
            <a:extLst>
              <a:ext uri="{FF2B5EF4-FFF2-40B4-BE49-F238E27FC236}">
                <a16:creationId xmlns:a16="http://schemas.microsoft.com/office/drawing/2014/main" id="{65EAEDE2-856F-8E5A-E277-B7D4B0B67BF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32C868F2-7048-D274-FB4B-D61DA3C7DF10}"/>
              </a:ext>
            </a:extLst>
          </p:cNvPr>
          <p:cNvSpPr>
            <a:spLocks noGrp="1"/>
          </p:cNvSpPr>
          <p:nvPr>
            <p:ph type="dt" sz="half" idx="10"/>
          </p:nvPr>
        </p:nvSpPr>
        <p:spPr/>
        <p:txBody>
          <a:bodyPr/>
          <a:lstStyle/>
          <a:p>
            <a:fld id="{ED81848B-F9C4-4553-BEA7-E10C4191920A}" type="datetimeFigureOut">
              <a:rPr lang="en-GB" smtClean="0"/>
              <a:t>06/08/2026</a:t>
            </a:fld>
            <a:endParaRPr lang="en-GB"/>
          </a:p>
        </p:txBody>
      </p:sp>
      <p:sp>
        <p:nvSpPr>
          <p:cNvPr id="5" name="바닥글 개체 틀 4">
            <a:extLst>
              <a:ext uri="{FF2B5EF4-FFF2-40B4-BE49-F238E27FC236}">
                <a16:creationId xmlns:a16="http://schemas.microsoft.com/office/drawing/2014/main" id="{46193D38-D1F8-B34E-26C6-425C15034642}"/>
              </a:ext>
            </a:extLst>
          </p:cNvPr>
          <p:cNvSpPr>
            <a:spLocks noGrp="1"/>
          </p:cNvSpPr>
          <p:nvPr>
            <p:ph type="ftr" sz="quarter" idx="11"/>
          </p:nvPr>
        </p:nvSpPr>
        <p:spPr/>
        <p:txBody>
          <a:bodyPr/>
          <a:lstStyle/>
          <a:p>
            <a:endParaRPr lang="en-GB"/>
          </a:p>
        </p:txBody>
      </p:sp>
      <p:sp>
        <p:nvSpPr>
          <p:cNvPr id="6" name="슬라이드 번호 개체 틀 5">
            <a:extLst>
              <a:ext uri="{FF2B5EF4-FFF2-40B4-BE49-F238E27FC236}">
                <a16:creationId xmlns:a16="http://schemas.microsoft.com/office/drawing/2014/main" id="{B448FE24-5A5A-975B-DC7A-18C966B8A90E}"/>
              </a:ext>
            </a:extLst>
          </p:cNvPr>
          <p:cNvSpPr>
            <a:spLocks noGrp="1"/>
          </p:cNvSpPr>
          <p:nvPr>
            <p:ph type="sldNum" sz="quarter" idx="12"/>
          </p:nvPr>
        </p:nvSpPr>
        <p:spPr/>
        <p:txBody>
          <a:bodyPr/>
          <a:lstStyle/>
          <a:p>
            <a:fld id="{544DDB8F-8989-4C68-BE5A-804DD989CFC3}" type="slidenum">
              <a:rPr lang="en-GB" smtClean="0"/>
              <a:t>‹#›</a:t>
            </a:fld>
            <a:endParaRPr lang="en-GB"/>
          </a:p>
        </p:txBody>
      </p:sp>
    </p:spTree>
    <p:extLst>
      <p:ext uri="{BB962C8B-B14F-4D97-AF65-F5344CB8AC3E}">
        <p14:creationId xmlns:p14="http://schemas.microsoft.com/office/powerpoint/2010/main" val="571467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16FF16F-FF51-AA1D-3715-EC76594757B1}"/>
              </a:ext>
            </a:extLst>
          </p:cNvPr>
          <p:cNvSpPr>
            <a:spLocks noGrp="1"/>
          </p:cNvSpPr>
          <p:nvPr>
            <p:ph type="title"/>
          </p:nvPr>
        </p:nvSpPr>
        <p:spPr/>
        <p:txBody>
          <a:bodyPr/>
          <a:lstStyle/>
          <a:p>
            <a:r>
              <a:rPr lang="ko-KR" altLang="en-US"/>
              <a:t>마스터 제목 스타일 편집</a:t>
            </a:r>
            <a:endParaRPr lang="en-GB"/>
          </a:p>
        </p:txBody>
      </p:sp>
      <p:sp>
        <p:nvSpPr>
          <p:cNvPr id="3" name="내용 개체 틀 2">
            <a:extLst>
              <a:ext uri="{FF2B5EF4-FFF2-40B4-BE49-F238E27FC236}">
                <a16:creationId xmlns:a16="http://schemas.microsoft.com/office/drawing/2014/main" id="{DC52BC44-BCC7-832C-0F47-83F2F660F6AF}"/>
              </a:ext>
            </a:extLst>
          </p:cNvPr>
          <p:cNvSpPr>
            <a:spLocks noGrp="1"/>
          </p:cNvSpPr>
          <p:nvPr>
            <p:ph sz="half" idx="1"/>
          </p:nvPr>
        </p:nvSpPr>
        <p:spPr>
          <a:xfrm>
            <a:off x="838200" y="1825625"/>
            <a:ext cx="5181600" cy="4351338"/>
          </a:xfrm>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vl2pPr>
              <a:defRPr>
                <a:latin typeface="Calibri" panose="020F0502020204030204" pitchFamily="34" charset="0"/>
                <a:ea typeface="Calibri" panose="020F0502020204030204" pitchFamily="34" charset="0"/>
                <a:cs typeface="Calibri" panose="020F0502020204030204" pitchFamily="34" charset="0"/>
              </a:defRPr>
            </a:lvl2pPr>
            <a:lvl3pPr>
              <a:defRPr>
                <a:latin typeface="Calibri" panose="020F0502020204030204" pitchFamily="34" charset="0"/>
                <a:ea typeface="Calibri" panose="020F0502020204030204" pitchFamily="34" charset="0"/>
                <a:cs typeface="Calibri" panose="020F0502020204030204" pitchFamily="34" charset="0"/>
              </a:defRPr>
            </a:lvl3pPr>
            <a:lvl4pPr>
              <a:defRPr>
                <a:latin typeface="Calibri" panose="020F0502020204030204" pitchFamily="34" charset="0"/>
                <a:ea typeface="Calibri" panose="020F0502020204030204" pitchFamily="34" charset="0"/>
                <a:cs typeface="Calibri" panose="020F0502020204030204" pitchFamily="34" charset="0"/>
              </a:defRPr>
            </a:lvl4pPr>
            <a:lvl5pPr>
              <a:defRPr>
                <a:latin typeface="Calibri" panose="020F0502020204030204" pitchFamily="34" charset="0"/>
                <a:ea typeface="Calibri" panose="020F0502020204030204" pitchFamily="34" charset="0"/>
                <a:cs typeface="Calibri" panose="020F0502020204030204" pitchFamily="34" charset="0"/>
              </a:defRPr>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endParaRPr lang="en-GB" dirty="0"/>
          </a:p>
        </p:txBody>
      </p:sp>
      <p:sp>
        <p:nvSpPr>
          <p:cNvPr id="4" name="내용 개체 틀 3">
            <a:extLst>
              <a:ext uri="{FF2B5EF4-FFF2-40B4-BE49-F238E27FC236}">
                <a16:creationId xmlns:a16="http://schemas.microsoft.com/office/drawing/2014/main" id="{236859FD-5DD7-58D8-CCC5-BAF94702D3E2}"/>
              </a:ext>
            </a:extLst>
          </p:cNvPr>
          <p:cNvSpPr>
            <a:spLocks noGrp="1"/>
          </p:cNvSpPr>
          <p:nvPr>
            <p:ph sz="half" idx="2"/>
          </p:nvPr>
        </p:nvSpPr>
        <p:spPr>
          <a:xfrm>
            <a:off x="6172200" y="1825625"/>
            <a:ext cx="5181600" cy="4351338"/>
          </a:xfrm>
        </p:spPr>
        <p:txBody>
          <a:bodyPr/>
          <a:lstStyle>
            <a:lvl1pPr>
              <a:defRPr sz="2400">
                <a:latin typeface="Calibri" panose="020F0502020204030204" pitchFamily="34" charset="0"/>
                <a:ea typeface="Calibri" panose="020F0502020204030204" pitchFamily="34" charset="0"/>
                <a:cs typeface="Calibri" panose="020F0502020204030204" pitchFamily="34" charset="0"/>
              </a:defRPr>
            </a:lvl1pPr>
            <a:lvl2pPr>
              <a:defRPr sz="2000">
                <a:latin typeface="Calibri" panose="020F0502020204030204" pitchFamily="34" charset="0"/>
                <a:ea typeface="Calibri" panose="020F0502020204030204" pitchFamily="34" charset="0"/>
                <a:cs typeface="Calibri" panose="020F0502020204030204" pitchFamily="34" charset="0"/>
              </a:defRPr>
            </a:lvl2pPr>
            <a:lvl3pPr>
              <a:defRPr sz="1800">
                <a:latin typeface="Calibri" panose="020F0502020204030204" pitchFamily="34" charset="0"/>
                <a:ea typeface="Calibri" panose="020F0502020204030204" pitchFamily="34" charset="0"/>
                <a:cs typeface="Calibri" panose="020F0502020204030204" pitchFamily="34" charset="0"/>
              </a:defRPr>
            </a:lvl3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endParaRPr lang="en-GB" dirty="0"/>
          </a:p>
        </p:txBody>
      </p:sp>
      <p:sp>
        <p:nvSpPr>
          <p:cNvPr id="5" name="날짜 개체 틀 4">
            <a:extLst>
              <a:ext uri="{FF2B5EF4-FFF2-40B4-BE49-F238E27FC236}">
                <a16:creationId xmlns:a16="http://schemas.microsoft.com/office/drawing/2014/main" id="{6D3ADA82-60DD-0F2F-B333-C29EF919A4BB}"/>
              </a:ext>
            </a:extLst>
          </p:cNvPr>
          <p:cNvSpPr>
            <a:spLocks noGrp="1"/>
          </p:cNvSpPr>
          <p:nvPr>
            <p:ph type="dt" sz="half" idx="10"/>
          </p:nvPr>
        </p:nvSpPr>
        <p:spPr/>
        <p:txBody>
          <a:bodyPr/>
          <a:lstStyle/>
          <a:p>
            <a:fld id="{ED81848B-F9C4-4553-BEA7-E10C4191920A}" type="datetimeFigureOut">
              <a:rPr lang="en-GB" smtClean="0"/>
              <a:t>06/08/2026</a:t>
            </a:fld>
            <a:endParaRPr lang="en-GB"/>
          </a:p>
        </p:txBody>
      </p:sp>
      <p:sp>
        <p:nvSpPr>
          <p:cNvPr id="6" name="바닥글 개체 틀 5">
            <a:extLst>
              <a:ext uri="{FF2B5EF4-FFF2-40B4-BE49-F238E27FC236}">
                <a16:creationId xmlns:a16="http://schemas.microsoft.com/office/drawing/2014/main" id="{F24E9FF4-DBEB-9DE1-8409-517D2E2D75D5}"/>
              </a:ext>
            </a:extLst>
          </p:cNvPr>
          <p:cNvSpPr>
            <a:spLocks noGrp="1"/>
          </p:cNvSpPr>
          <p:nvPr>
            <p:ph type="ftr" sz="quarter" idx="11"/>
          </p:nvPr>
        </p:nvSpPr>
        <p:spPr/>
        <p:txBody>
          <a:bodyPr/>
          <a:lstStyle/>
          <a:p>
            <a:endParaRPr lang="en-GB"/>
          </a:p>
        </p:txBody>
      </p:sp>
      <p:sp>
        <p:nvSpPr>
          <p:cNvPr id="7" name="슬라이드 번호 개체 틀 6">
            <a:extLst>
              <a:ext uri="{FF2B5EF4-FFF2-40B4-BE49-F238E27FC236}">
                <a16:creationId xmlns:a16="http://schemas.microsoft.com/office/drawing/2014/main" id="{F8F9883F-B617-9612-5862-A6731C4B42BA}"/>
              </a:ext>
            </a:extLst>
          </p:cNvPr>
          <p:cNvSpPr>
            <a:spLocks noGrp="1"/>
          </p:cNvSpPr>
          <p:nvPr>
            <p:ph type="sldNum" sz="quarter" idx="12"/>
          </p:nvPr>
        </p:nvSpPr>
        <p:spPr/>
        <p:txBody>
          <a:bodyPr/>
          <a:lstStyle/>
          <a:p>
            <a:fld id="{544DDB8F-8989-4C68-BE5A-804DD989CFC3}" type="slidenum">
              <a:rPr lang="en-GB" smtClean="0"/>
              <a:t>‹#›</a:t>
            </a:fld>
            <a:endParaRPr lang="en-GB"/>
          </a:p>
        </p:txBody>
      </p:sp>
    </p:spTree>
    <p:extLst>
      <p:ext uri="{BB962C8B-B14F-4D97-AF65-F5344CB8AC3E}">
        <p14:creationId xmlns:p14="http://schemas.microsoft.com/office/powerpoint/2010/main" val="1437074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32F79EF-AB30-AF70-0894-813848534B69}"/>
              </a:ext>
            </a:extLst>
          </p:cNvPr>
          <p:cNvSpPr>
            <a:spLocks noGrp="1"/>
          </p:cNvSpPr>
          <p:nvPr>
            <p:ph type="title"/>
          </p:nvPr>
        </p:nvSpPr>
        <p:spPr>
          <a:xfrm>
            <a:off x="839788" y="365125"/>
            <a:ext cx="10515600" cy="1325563"/>
          </a:xfrm>
        </p:spPr>
        <p:txBody>
          <a:bodyPr/>
          <a:lstStyle/>
          <a:p>
            <a:r>
              <a:rPr lang="ko-KR" altLang="en-US"/>
              <a:t>마스터 제목 스타일 편집</a:t>
            </a:r>
            <a:endParaRPr lang="en-GB"/>
          </a:p>
        </p:txBody>
      </p:sp>
      <p:sp>
        <p:nvSpPr>
          <p:cNvPr id="3" name="텍스트 개체 틀 2">
            <a:extLst>
              <a:ext uri="{FF2B5EF4-FFF2-40B4-BE49-F238E27FC236}">
                <a16:creationId xmlns:a16="http://schemas.microsoft.com/office/drawing/2014/main" id="{BFAF6F18-15DD-675D-CA32-B62C706D93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97FEAF35-090A-4F09-5E70-6008DEED9B7B}"/>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a:p>
        </p:txBody>
      </p:sp>
      <p:sp>
        <p:nvSpPr>
          <p:cNvPr id="5" name="텍스트 개체 틀 4">
            <a:extLst>
              <a:ext uri="{FF2B5EF4-FFF2-40B4-BE49-F238E27FC236}">
                <a16:creationId xmlns:a16="http://schemas.microsoft.com/office/drawing/2014/main" id="{00BDB47B-3BBF-1C77-8A81-CC4929FC86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BCCAEBC3-C868-708D-80A9-65C3B58C7E0C}"/>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a:p>
        </p:txBody>
      </p:sp>
      <p:sp>
        <p:nvSpPr>
          <p:cNvPr id="7" name="날짜 개체 틀 6">
            <a:extLst>
              <a:ext uri="{FF2B5EF4-FFF2-40B4-BE49-F238E27FC236}">
                <a16:creationId xmlns:a16="http://schemas.microsoft.com/office/drawing/2014/main" id="{8985C63C-F963-B7AD-0E0D-43A019750511}"/>
              </a:ext>
            </a:extLst>
          </p:cNvPr>
          <p:cNvSpPr>
            <a:spLocks noGrp="1"/>
          </p:cNvSpPr>
          <p:nvPr>
            <p:ph type="dt" sz="half" idx="10"/>
          </p:nvPr>
        </p:nvSpPr>
        <p:spPr/>
        <p:txBody>
          <a:bodyPr/>
          <a:lstStyle/>
          <a:p>
            <a:fld id="{ED81848B-F9C4-4553-BEA7-E10C4191920A}" type="datetimeFigureOut">
              <a:rPr lang="en-GB" smtClean="0"/>
              <a:t>06/08/2026</a:t>
            </a:fld>
            <a:endParaRPr lang="en-GB"/>
          </a:p>
        </p:txBody>
      </p:sp>
      <p:sp>
        <p:nvSpPr>
          <p:cNvPr id="8" name="바닥글 개체 틀 7">
            <a:extLst>
              <a:ext uri="{FF2B5EF4-FFF2-40B4-BE49-F238E27FC236}">
                <a16:creationId xmlns:a16="http://schemas.microsoft.com/office/drawing/2014/main" id="{458C2BC9-1AEC-83ED-0C8F-0F18C8542794}"/>
              </a:ext>
            </a:extLst>
          </p:cNvPr>
          <p:cNvSpPr>
            <a:spLocks noGrp="1"/>
          </p:cNvSpPr>
          <p:nvPr>
            <p:ph type="ftr" sz="quarter" idx="11"/>
          </p:nvPr>
        </p:nvSpPr>
        <p:spPr/>
        <p:txBody>
          <a:bodyPr/>
          <a:lstStyle/>
          <a:p>
            <a:endParaRPr lang="en-GB"/>
          </a:p>
        </p:txBody>
      </p:sp>
      <p:sp>
        <p:nvSpPr>
          <p:cNvPr id="9" name="슬라이드 번호 개체 틀 8">
            <a:extLst>
              <a:ext uri="{FF2B5EF4-FFF2-40B4-BE49-F238E27FC236}">
                <a16:creationId xmlns:a16="http://schemas.microsoft.com/office/drawing/2014/main" id="{CF9EB3F9-4B49-E97D-2771-A78911E75A50}"/>
              </a:ext>
            </a:extLst>
          </p:cNvPr>
          <p:cNvSpPr>
            <a:spLocks noGrp="1"/>
          </p:cNvSpPr>
          <p:nvPr>
            <p:ph type="sldNum" sz="quarter" idx="12"/>
          </p:nvPr>
        </p:nvSpPr>
        <p:spPr/>
        <p:txBody>
          <a:bodyPr/>
          <a:lstStyle/>
          <a:p>
            <a:fld id="{544DDB8F-8989-4C68-BE5A-804DD989CFC3}" type="slidenum">
              <a:rPr lang="en-GB" smtClean="0"/>
              <a:t>‹#›</a:t>
            </a:fld>
            <a:endParaRPr lang="en-GB"/>
          </a:p>
        </p:txBody>
      </p:sp>
    </p:spTree>
    <p:extLst>
      <p:ext uri="{BB962C8B-B14F-4D97-AF65-F5344CB8AC3E}">
        <p14:creationId xmlns:p14="http://schemas.microsoft.com/office/powerpoint/2010/main" val="1290075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E40EA0E-3457-61EB-7E62-EE18C8421368}"/>
              </a:ext>
            </a:extLst>
          </p:cNvPr>
          <p:cNvSpPr>
            <a:spLocks noGrp="1"/>
          </p:cNvSpPr>
          <p:nvPr>
            <p:ph type="title"/>
          </p:nvPr>
        </p:nvSpPr>
        <p:spPr/>
        <p:txBody>
          <a:bodyPr/>
          <a:lstStyle/>
          <a:p>
            <a:r>
              <a:rPr lang="ko-KR" altLang="en-US"/>
              <a:t>마스터 제목 스타일 편집</a:t>
            </a:r>
            <a:endParaRPr lang="en-GB"/>
          </a:p>
        </p:txBody>
      </p:sp>
      <p:sp>
        <p:nvSpPr>
          <p:cNvPr id="3" name="날짜 개체 틀 2">
            <a:extLst>
              <a:ext uri="{FF2B5EF4-FFF2-40B4-BE49-F238E27FC236}">
                <a16:creationId xmlns:a16="http://schemas.microsoft.com/office/drawing/2014/main" id="{0DD10B0E-2CED-B496-7544-C4DAFD0288AF}"/>
              </a:ext>
            </a:extLst>
          </p:cNvPr>
          <p:cNvSpPr>
            <a:spLocks noGrp="1"/>
          </p:cNvSpPr>
          <p:nvPr>
            <p:ph type="dt" sz="half" idx="10"/>
          </p:nvPr>
        </p:nvSpPr>
        <p:spPr/>
        <p:txBody>
          <a:bodyPr/>
          <a:lstStyle/>
          <a:p>
            <a:fld id="{ED81848B-F9C4-4553-BEA7-E10C4191920A}" type="datetimeFigureOut">
              <a:rPr lang="en-GB" smtClean="0"/>
              <a:t>06/08/2026</a:t>
            </a:fld>
            <a:endParaRPr lang="en-GB"/>
          </a:p>
        </p:txBody>
      </p:sp>
      <p:sp>
        <p:nvSpPr>
          <p:cNvPr id="4" name="바닥글 개체 틀 3">
            <a:extLst>
              <a:ext uri="{FF2B5EF4-FFF2-40B4-BE49-F238E27FC236}">
                <a16:creationId xmlns:a16="http://schemas.microsoft.com/office/drawing/2014/main" id="{0E5CD832-462D-9DEC-DC75-F878AED8D006}"/>
              </a:ext>
            </a:extLst>
          </p:cNvPr>
          <p:cNvSpPr>
            <a:spLocks noGrp="1"/>
          </p:cNvSpPr>
          <p:nvPr>
            <p:ph type="ftr" sz="quarter" idx="11"/>
          </p:nvPr>
        </p:nvSpPr>
        <p:spPr/>
        <p:txBody>
          <a:bodyPr/>
          <a:lstStyle/>
          <a:p>
            <a:endParaRPr lang="en-GB"/>
          </a:p>
        </p:txBody>
      </p:sp>
      <p:sp>
        <p:nvSpPr>
          <p:cNvPr id="5" name="슬라이드 번호 개체 틀 4">
            <a:extLst>
              <a:ext uri="{FF2B5EF4-FFF2-40B4-BE49-F238E27FC236}">
                <a16:creationId xmlns:a16="http://schemas.microsoft.com/office/drawing/2014/main" id="{7E86C628-9780-D402-3B44-4C881EBF89A9}"/>
              </a:ext>
            </a:extLst>
          </p:cNvPr>
          <p:cNvSpPr>
            <a:spLocks noGrp="1"/>
          </p:cNvSpPr>
          <p:nvPr>
            <p:ph type="sldNum" sz="quarter" idx="12"/>
          </p:nvPr>
        </p:nvSpPr>
        <p:spPr/>
        <p:txBody>
          <a:bodyPr/>
          <a:lstStyle/>
          <a:p>
            <a:fld id="{544DDB8F-8989-4C68-BE5A-804DD989CFC3}" type="slidenum">
              <a:rPr lang="en-GB" smtClean="0"/>
              <a:t>‹#›</a:t>
            </a:fld>
            <a:endParaRPr lang="en-GB"/>
          </a:p>
        </p:txBody>
      </p:sp>
    </p:spTree>
    <p:extLst>
      <p:ext uri="{BB962C8B-B14F-4D97-AF65-F5344CB8AC3E}">
        <p14:creationId xmlns:p14="http://schemas.microsoft.com/office/powerpoint/2010/main" val="3291504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CA2DA66D-E820-68AE-8A3F-8D2213DCDA41}"/>
              </a:ext>
            </a:extLst>
          </p:cNvPr>
          <p:cNvSpPr>
            <a:spLocks noGrp="1"/>
          </p:cNvSpPr>
          <p:nvPr>
            <p:ph type="dt" sz="half" idx="10"/>
          </p:nvPr>
        </p:nvSpPr>
        <p:spPr/>
        <p:txBody>
          <a:bodyPr/>
          <a:lstStyle/>
          <a:p>
            <a:fld id="{ED81848B-F9C4-4553-BEA7-E10C4191920A}" type="datetimeFigureOut">
              <a:rPr lang="en-GB" smtClean="0"/>
              <a:t>06/08/2026</a:t>
            </a:fld>
            <a:endParaRPr lang="en-GB"/>
          </a:p>
        </p:txBody>
      </p:sp>
      <p:sp>
        <p:nvSpPr>
          <p:cNvPr id="3" name="바닥글 개체 틀 2">
            <a:extLst>
              <a:ext uri="{FF2B5EF4-FFF2-40B4-BE49-F238E27FC236}">
                <a16:creationId xmlns:a16="http://schemas.microsoft.com/office/drawing/2014/main" id="{6A4CBDA6-BECC-C5CB-69D7-E05128936F92}"/>
              </a:ext>
            </a:extLst>
          </p:cNvPr>
          <p:cNvSpPr>
            <a:spLocks noGrp="1"/>
          </p:cNvSpPr>
          <p:nvPr>
            <p:ph type="ftr" sz="quarter" idx="11"/>
          </p:nvPr>
        </p:nvSpPr>
        <p:spPr/>
        <p:txBody>
          <a:bodyPr/>
          <a:lstStyle/>
          <a:p>
            <a:endParaRPr lang="en-GB"/>
          </a:p>
        </p:txBody>
      </p:sp>
      <p:sp>
        <p:nvSpPr>
          <p:cNvPr id="4" name="슬라이드 번호 개체 틀 3">
            <a:extLst>
              <a:ext uri="{FF2B5EF4-FFF2-40B4-BE49-F238E27FC236}">
                <a16:creationId xmlns:a16="http://schemas.microsoft.com/office/drawing/2014/main" id="{5C7663A9-FC5C-51CC-A7B2-AC1CC9D50C53}"/>
              </a:ext>
            </a:extLst>
          </p:cNvPr>
          <p:cNvSpPr>
            <a:spLocks noGrp="1"/>
          </p:cNvSpPr>
          <p:nvPr>
            <p:ph type="sldNum" sz="quarter" idx="12"/>
          </p:nvPr>
        </p:nvSpPr>
        <p:spPr/>
        <p:txBody>
          <a:bodyPr/>
          <a:lstStyle/>
          <a:p>
            <a:fld id="{544DDB8F-8989-4C68-BE5A-804DD989CFC3}" type="slidenum">
              <a:rPr lang="en-GB" smtClean="0"/>
              <a:t>‹#›</a:t>
            </a:fld>
            <a:endParaRPr lang="en-GB"/>
          </a:p>
        </p:txBody>
      </p:sp>
    </p:spTree>
    <p:extLst>
      <p:ext uri="{BB962C8B-B14F-4D97-AF65-F5344CB8AC3E}">
        <p14:creationId xmlns:p14="http://schemas.microsoft.com/office/powerpoint/2010/main" val="1744624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6635F4E-73F5-725E-CBE6-3182D20BBACD}"/>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GB"/>
          </a:p>
        </p:txBody>
      </p:sp>
      <p:sp>
        <p:nvSpPr>
          <p:cNvPr id="3" name="내용 개체 틀 2">
            <a:extLst>
              <a:ext uri="{FF2B5EF4-FFF2-40B4-BE49-F238E27FC236}">
                <a16:creationId xmlns:a16="http://schemas.microsoft.com/office/drawing/2014/main" id="{DB90D614-4F49-ABD0-851F-4E9D77E81B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a:p>
        </p:txBody>
      </p:sp>
      <p:sp>
        <p:nvSpPr>
          <p:cNvPr id="4" name="텍스트 개체 틀 3">
            <a:extLst>
              <a:ext uri="{FF2B5EF4-FFF2-40B4-BE49-F238E27FC236}">
                <a16:creationId xmlns:a16="http://schemas.microsoft.com/office/drawing/2014/main" id="{C002E081-219B-62AD-EB6E-5CD5BB975B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5E98D677-5158-DA27-267B-F2A6512A351D}"/>
              </a:ext>
            </a:extLst>
          </p:cNvPr>
          <p:cNvSpPr>
            <a:spLocks noGrp="1"/>
          </p:cNvSpPr>
          <p:nvPr>
            <p:ph type="dt" sz="half" idx="10"/>
          </p:nvPr>
        </p:nvSpPr>
        <p:spPr/>
        <p:txBody>
          <a:bodyPr/>
          <a:lstStyle/>
          <a:p>
            <a:fld id="{ED81848B-F9C4-4553-BEA7-E10C4191920A}" type="datetimeFigureOut">
              <a:rPr lang="en-GB" smtClean="0"/>
              <a:t>06/08/2026</a:t>
            </a:fld>
            <a:endParaRPr lang="en-GB"/>
          </a:p>
        </p:txBody>
      </p:sp>
      <p:sp>
        <p:nvSpPr>
          <p:cNvPr id="6" name="바닥글 개체 틀 5">
            <a:extLst>
              <a:ext uri="{FF2B5EF4-FFF2-40B4-BE49-F238E27FC236}">
                <a16:creationId xmlns:a16="http://schemas.microsoft.com/office/drawing/2014/main" id="{B01041B2-E08A-5F6E-9F12-F96D6FB83217}"/>
              </a:ext>
            </a:extLst>
          </p:cNvPr>
          <p:cNvSpPr>
            <a:spLocks noGrp="1"/>
          </p:cNvSpPr>
          <p:nvPr>
            <p:ph type="ftr" sz="quarter" idx="11"/>
          </p:nvPr>
        </p:nvSpPr>
        <p:spPr/>
        <p:txBody>
          <a:bodyPr/>
          <a:lstStyle/>
          <a:p>
            <a:endParaRPr lang="en-GB"/>
          </a:p>
        </p:txBody>
      </p:sp>
      <p:sp>
        <p:nvSpPr>
          <p:cNvPr id="7" name="슬라이드 번호 개체 틀 6">
            <a:extLst>
              <a:ext uri="{FF2B5EF4-FFF2-40B4-BE49-F238E27FC236}">
                <a16:creationId xmlns:a16="http://schemas.microsoft.com/office/drawing/2014/main" id="{59B93EAE-72F3-B63D-A7F2-19A5EF77656E}"/>
              </a:ext>
            </a:extLst>
          </p:cNvPr>
          <p:cNvSpPr>
            <a:spLocks noGrp="1"/>
          </p:cNvSpPr>
          <p:nvPr>
            <p:ph type="sldNum" sz="quarter" idx="12"/>
          </p:nvPr>
        </p:nvSpPr>
        <p:spPr/>
        <p:txBody>
          <a:bodyPr/>
          <a:lstStyle/>
          <a:p>
            <a:fld id="{544DDB8F-8989-4C68-BE5A-804DD989CFC3}" type="slidenum">
              <a:rPr lang="en-GB" smtClean="0"/>
              <a:t>‹#›</a:t>
            </a:fld>
            <a:endParaRPr lang="en-GB"/>
          </a:p>
        </p:txBody>
      </p:sp>
    </p:spTree>
    <p:extLst>
      <p:ext uri="{BB962C8B-B14F-4D97-AF65-F5344CB8AC3E}">
        <p14:creationId xmlns:p14="http://schemas.microsoft.com/office/powerpoint/2010/main" val="890901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EDB523-5C75-EE61-E3E0-18EFF5DFE3B4}"/>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GB"/>
          </a:p>
        </p:txBody>
      </p:sp>
      <p:sp>
        <p:nvSpPr>
          <p:cNvPr id="3" name="그림 개체 틀 2">
            <a:extLst>
              <a:ext uri="{FF2B5EF4-FFF2-40B4-BE49-F238E27FC236}">
                <a16:creationId xmlns:a16="http://schemas.microsoft.com/office/drawing/2014/main" id="{AE8F94EC-49BD-DE13-4FA3-DF18A79780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텍스트 개체 틀 3">
            <a:extLst>
              <a:ext uri="{FF2B5EF4-FFF2-40B4-BE49-F238E27FC236}">
                <a16:creationId xmlns:a16="http://schemas.microsoft.com/office/drawing/2014/main" id="{41309193-0142-F1DA-B591-B4E5E3165D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9043C20B-7086-A212-134C-19FAC22BE8E2}"/>
              </a:ext>
            </a:extLst>
          </p:cNvPr>
          <p:cNvSpPr>
            <a:spLocks noGrp="1"/>
          </p:cNvSpPr>
          <p:nvPr>
            <p:ph type="dt" sz="half" idx="10"/>
          </p:nvPr>
        </p:nvSpPr>
        <p:spPr/>
        <p:txBody>
          <a:bodyPr/>
          <a:lstStyle/>
          <a:p>
            <a:fld id="{ED81848B-F9C4-4553-BEA7-E10C4191920A}" type="datetimeFigureOut">
              <a:rPr lang="en-GB" smtClean="0"/>
              <a:t>06/08/2026</a:t>
            </a:fld>
            <a:endParaRPr lang="en-GB"/>
          </a:p>
        </p:txBody>
      </p:sp>
      <p:sp>
        <p:nvSpPr>
          <p:cNvPr id="6" name="바닥글 개체 틀 5">
            <a:extLst>
              <a:ext uri="{FF2B5EF4-FFF2-40B4-BE49-F238E27FC236}">
                <a16:creationId xmlns:a16="http://schemas.microsoft.com/office/drawing/2014/main" id="{56E8A6E2-B103-C27D-6917-F02B2F791A80}"/>
              </a:ext>
            </a:extLst>
          </p:cNvPr>
          <p:cNvSpPr>
            <a:spLocks noGrp="1"/>
          </p:cNvSpPr>
          <p:nvPr>
            <p:ph type="ftr" sz="quarter" idx="11"/>
          </p:nvPr>
        </p:nvSpPr>
        <p:spPr/>
        <p:txBody>
          <a:bodyPr/>
          <a:lstStyle/>
          <a:p>
            <a:endParaRPr lang="en-GB"/>
          </a:p>
        </p:txBody>
      </p:sp>
      <p:sp>
        <p:nvSpPr>
          <p:cNvPr id="7" name="슬라이드 번호 개체 틀 6">
            <a:extLst>
              <a:ext uri="{FF2B5EF4-FFF2-40B4-BE49-F238E27FC236}">
                <a16:creationId xmlns:a16="http://schemas.microsoft.com/office/drawing/2014/main" id="{E40E5FE1-D33C-AE4C-E0C4-A8411FBFAC1D}"/>
              </a:ext>
            </a:extLst>
          </p:cNvPr>
          <p:cNvSpPr>
            <a:spLocks noGrp="1"/>
          </p:cNvSpPr>
          <p:nvPr>
            <p:ph type="sldNum" sz="quarter" idx="12"/>
          </p:nvPr>
        </p:nvSpPr>
        <p:spPr/>
        <p:txBody>
          <a:bodyPr/>
          <a:lstStyle/>
          <a:p>
            <a:fld id="{544DDB8F-8989-4C68-BE5A-804DD989CFC3}" type="slidenum">
              <a:rPr lang="en-GB" smtClean="0"/>
              <a:t>‹#›</a:t>
            </a:fld>
            <a:endParaRPr lang="en-GB"/>
          </a:p>
        </p:txBody>
      </p:sp>
    </p:spTree>
    <p:extLst>
      <p:ext uri="{BB962C8B-B14F-4D97-AF65-F5344CB8AC3E}">
        <p14:creationId xmlns:p14="http://schemas.microsoft.com/office/powerpoint/2010/main" val="1396231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45A1F20-23D3-0301-4AAB-F54699C79220}"/>
              </a:ext>
            </a:extLst>
          </p:cNvPr>
          <p:cNvSpPr>
            <a:spLocks noGrp="1"/>
          </p:cNvSpPr>
          <p:nvPr>
            <p:ph type="title"/>
          </p:nvPr>
        </p:nvSpPr>
        <p:spPr/>
        <p:txBody>
          <a:bodyPr/>
          <a:lstStyle/>
          <a:p>
            <a:r>
              <a:rPr lang="ko-KR" altLang="en-US"/>
              <a:t>마스터 제목 스타일 편집</a:t>
            </a:r>
            <a:endParaRPr lang="en-GB"/>
          </a:p>
        </p:txBody>
      </p:sp>
      <p:sp>
        <p:nvSpPr>
          <p:cNvPr id="3" name="세로 텍스트 개체 틀 2">
            <a:extLst>
              <a:ext uri="{FF2B5EF4-FFF2-40B4-BE49-F238E27FC236}">
                <a16:creationId xmlns:a16="http://schemas.microsoft.com/office/drawing/2014/main" id="{BAD1E819-20CE-9216-AA11-9DD68C4041CB}"/>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a:p>
        </p:txBody>
      </p:sp>
      <p:sp>
        <p:nvSpPr>
          <p:cNvPr id="4" name="날짜 개체 틀 3">
            <a:extLst>
              <a:ext uri="{FF2B5EF4-FFF2-40B4-BE49-F238E27FC236}">
                <a16:creationId xmlns:a16="http://schemas.microsoft.com/office/drawing/2014/main" id="{0143A007-9DC8-FEA8-9A25-71A00F16AEC6}"/>
              </a:ext>
            </a:extLst>
          </p:cNvPr>
          <p:cNvSpPr>
            <a:spLocks noGrp="1"/>
          </p:cNvSpPr>
          <p:nvPr>
            <p:ph type="dt" sz="half" idx="10"/>
          </p:nvPr>
        </p:nvSpPr>
        <p:spPr/>
        <p:txBody>
          <a:bodyPr/>
          <a:lstStyle/>
          <a:p>
            <a:fld id="{ED81848B-F9C4-4553-BEA7-E10C4191920A}" type="datetimeFigureOut">
              <a:rPr lang="en-GB" smtClean="0"/>
              <a:t>06/08/2026</a:t>
            </a:fld>
            <a:endParaRPr lang="en-GB"/>
          </a:p>
        </p:txBody>
      </p:sp>
      <p:sp>
        <p:nvSpPr>
          <p:cNvPr id="5" name="바닥글 개체 틀 4">
            <a:extLst>
              <a:ext uri="{FF2B5EF4-FFF2-40B4-BE49-F238E27FC236}">
                <a16:creationId xmlns:a16="http://schemas.microsoft.com/office/drawing/2014/main" id="{D99A5563-3AA3-B13E-E74B-DA16E1288978}"/>
              </a:ext>
            </a:extLst>
          </p:cNvPr>
          <p:cNvSpPr>
            <a:spLocks noGrp="1"/>
          </p:cNvSpPr>
          <p:nvPr>
            <p:ph type="ftr" sz="quarter" idx="11"/>
          </p:nvPr>
        </p:nvSpPr>
        <p:spPr/>
        <p:txBody>
          <a:bodyPr/>
          <a:lstStyle/>
          <a:p>
            <a:endParaRPr lang="en-GB"/>
          </a:p>
        </p:txBody>
      </p:sp>
      <p:sp>
        <p:nvSpPr>
          <p:cNvPr id="6" name="슬라이드 번호 개체 틀 5">
            <a:extLst>
              <a:ext uri="{FF2B5EF4-FFF2-40B4-BE49-F238E27FC236}">
                <a16:creationId xmlns:a16="http://schemas.microsoft.com/office/drawing/2014/main" id="{DA143233-1013-B1C9-3AA2-00FC3C740659}"/>
              </a:ext>
            </a:extLst>
          </p:cNvPr>
          <p:cNvSpPr>
            <a:spLocks noGrp="1"/>
          </p:cNvSpPr>
          <p:nvPr>
            <p:ph type="sldNum" sz="quarter" idx="12"/>
          </p:nvPr>
        </p:nvSpPr>
        <p:spPr/>
        <p:txBody>
          <a:bodyPr/>
          <a:lstStyle/>
          <a:p>
            <a:fld id="{544DDB8F-8989-4C68-BE5A-804DD989CFC3}" type="slidenum">
              <a:rPr lang="en-GB" smtClean="0"/>
              <a:t>‹#›</a:t>
            </a:fld>
            <a:endParaRPr lang="en-GB"/>
          </a:p>
        </p:txBody>
      </p:sp>
    </p:spTree>
    <p:extLst>
      <p:ext uri="{BB962C8B-B14F-4D97-AF65-F5344CB8AC3E}">
        <p14:creationId xmlns:p14="http://schemas.microsoft.com/office/powerpoint/2010/main" val="738446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CD4A798C-F6C4-0A9A-86BF-286BED1BA21C}"/>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endParaRPr lang="en-GB"/>
          </a:p>
        </p:txBody>
      </p:sp>
      <p:sp>
        <p:nvSpPr>
          <p:cNvPr id="3" name="세로 텍스트 개체 틀 2">
            <a:extLst>
              <a:ext uri="{FF2B5EF4-FFF2-40B4-BE49-F238E27FC236}">
                <a16:creationId xmlns:a16="http://schemas.microsoft.com/office/drawing/2014/main" id="{B21A8D4D-303E-CAD7-475E-84493A85FE76}"/>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a:p>
        </p:txBody>
      </p:sp>
      <p:sp>
        <p:nvSpPr>
          <p:cNvPr id="4" name="날짜 개체 틀 3">
            <a:extLst>
              <a:ext uri="{FF2B5EF4-FFF2-40B4-BE49-F238E27FC236}">
                <a16:creationId xmlns:a16="http://schemas.microsoft.com/office/drawing/2014/main" id="{B971F21D-3D4E-1FB2-A42E-7755B7AD885C}"/>
              </a:ext>
            </a:extLst>
          </p:cNvPr>
          <p:cNvSpPr>
            <a:spLocks noGrp="1"/>
          </p:cNvSpPr>
          <p:nvPr>
            <p:ph type="dt" sz="half" idx="10"/>
          </p:nvPr>
        </p:nvSpPr>
        <p:spPr/>
        <p:txBody>
          <a:bodyPr/>
          <a:lstStyle/>
          <a:p>
            <a:fld id="{ED81848B-F9C4-4553-BEA7-E10C4191920A}" type="datetimeFigureOut">
              <a:rPr lang="en-GB" smtClean="0"/>
              <a:t>06/08/2026</a:t>
            </a:fld>
            <a:endParaRPr lang="en-GB"/>
          </a:p>
        </p:txBody>
      </p:sp>
      <p:sp>
        <p:nvSpPr>
          <p:cNvPr id="5" name="바닥글 개체 틀 4">
            <a:extLst>
              <a:ext uri="{FF2B5EF4-FFF2-40B4-BE49-F238E27FC236}">
                <a16:creationId xmlns:a16="http://schemas.microsoft.com/office/drawing/2014/main" id="{D3AA65C3-BC73-BCB9-2972-BCAAB2316B15}"/>
              </a:ext>
            </a:extLst>
          </p:cNvPr>
          <p:cNvSpPr>
            <a:spLocks noGrp="1"/>
          </p:cNvSpPr>
          <p:nvPr>
            <p:ph type="ftr" sz="quarter" idx="11"/>
          </p:nvPr>
        </p:nvSpPr>
        <p:spPr/>
        <p:txBody>
          <a:bodyPr/>
          <a:lstStyle/>
          <a:p>
            <a:endParaRPr lang="en-GB"/>
          </a:p>
        </p:txBody>
      </p:sp>
      <p:sp>
        <p:nvSpPr>
          <p:cNvPr id="6" name="슬라이드 번호 개체 틀 5">
            <a:extLst>
              <a:ext uri="{FF2B5EF4-FFF2-40B4-BE49-F238E27FC236}">
                <a16:creationId xmlns:a16="http://schemas.microsoft.com/office/drawing/2014/main" id="{5313F4EE-3415-F05F-BF33-B9D523788224}"/>
              </a:ext>
            </a:extLst>
          </p:cNvPr>
          <p:cNvSpPr>
            <a:spLocks noGrp="1"/>
          </p:cNvSpPr>
          <p:nvPr>
            <p:ph type="sldNum" sz="quarter" idx="12"/>
          </p:nvPr>
        </p:nvSpPr>
        <p:spPr/>
        <p:txBody>
          <a:bodyPr/>
          <a:lstStyle/>
          <a:p>
            <a:fld id="{544DDB8F-8989-4C68-BE5A-804DD989CFC3}" type="slidenum">
              <a:rPr lang="en-GB" smtClean="0"/>
              <a:t>‹#›</a:t>
            </a:fld>
            <a:endParaRPr lang="en-GB"/>
          </a:p>
        </p:txBody>
      </p:sp>
    </p:spTree>
    <p:extLst>
      <p:ext uri="{BB962C8B-B14F-4D97-AF65-F5344CB8AC3E}">
        <p14:creationId xmlns:p14="http://schemas.microsoft.com/office/powerpoint/2010/main" val="33206947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9CC83473-3A2F-EB14-B01C-60FAD0B634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endParaRPr lang="en-GB"/>
          </a:p>
        </p:txBody>
      </p:sp>
      <p:sp>
        <p:nvSpPr>
          <p:cNvPr id="3" name="텍스트 개체 틀 2">
            <a:extLst>
              <a:ext uri="{FF2B5EF4-FFF2-40B4-BE49-F238E27FC236}">
                <a16:creationId xmlns:a16="http://schemas.microsoft.com/office/drawing/2014/main" id="{A2BAD3A0-F560-E28E-50E4-9E98BC7A49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a:p>
        </p:txBody>
      </p:sp>
      <p:sp>
        <p:nvSpPr>
          <p:cNvPr id="4" name="날짜 개체 틀 3">
            <a:extLst>
              <a:ext uri="{FF2B5EF4-FFF2-40B4-BE49-F238E27FC236}">
                <a16:creationId xmlns:a16="http://schemas.microsoft.com/office/drawing/2014/main" id="{2E3996E1-9F92-C92D-6509-CEC61C5413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D81848B-F9C4-4553-BEA7-E10C4191920A}" type="datetimeFigureOut">
              <a:rPr lang="en-GB" smtClean="0"/>
              <a:t>06/08/2026</a:t>
            </a:fld>
            <a:endParaRPr lang="en-GB"/>
          </a:p>
        </p:txBody>
      </p:sp>
      <p:sp>
        <p:nvSpPr>
          <p:cNvPr id="5" name="바닥글 개체 틀 4">
            <a:extLst>
              <a:ext uri="{FF2B5EF4-FFF2-40B4-BE49-F238E27FC236}">
                <a16:creationId xmlns:a16="http://schemas.microsoft.com/office/drawing/2014/main" id="{972B44B3-63B8-4ACC-4D86-7F23D4C3B4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슬라이드 번호 개체 틀 5">
            <a:extLst>
              <a:ext uri="{FF2B5EF4-FFF2-40B4-BE49-F238E27FC236}">
                <a16:creationId xmlns:a16="http://schemas.microsoft.com/office/drawing/2014/main" id="{2B80E0CC-3B07-51BE-B4DE-3A5538C604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4DDB8F-8989-4C68-BE5A-804DD989CFC3}" type="slidenum">
              <a:rPr lang="en-GB" smtClean="0"/>
              <a:t>‹#›</a:t>
            </a:fld>
            <a:endParaRPr lang="en-GB"/>
          </a:p>
        </p:txBody>
      </p:sp>
    </p:spTree>
    <p:extLst>
      <p:ext uri="{BB962C8B-B14F-4D97-AF65-F5344CB8AC3E}">
        <p14:creationId xmlns:p14="http://schemas.microsoft.com/office/powerpoint/2010/main" val="18090831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E91790F-CFE9-A5F7-CBCC-43600644EB30}"/>
              </a:ext>
            </a:extLst>
          </p:cNvPr>
          <p:cNvSpPr>
            <a:spLocks noGrp="1"/>
          </p:cNvSpPr>
          <p:nvPr>
            <p:ph type="title"/>
          </p:nvPr>
        </p:nvSpPr>
        <p:spPr/>
        <p:txBody>
          <a:bodyPr/>
          <a:lstStyle/>
          <a:p>
            <a:r>
              <a:rPr lang="en-GB" dirty="0"/>
              <a:t>Summary </a:t>
            </a:r>
          </a:p>
        </p:txBody>
      </p:sp>
      <p:sp>
        <p:nvSpPr>
          <p:cNvPr id="3" name="내용 개체 틀 2">
            <a:extLst>
              <a:ext uri="{FF2B5EF4-FFF2-40B4-BE49-F238E27FC236}">
                <a16:creationId xmlns:a16="http://schemas.microsoft.com/office/drawing/2014/main" id="{66A9C700-2578-B23D-6A92-2E8E0AD63471}"/>
              </a:ext>
            </a:extLst>
          </p:cNvPr>
          <p:cNvSpPr>
            <a:spLocks noGrp="1"/>
          </p:cNvSpPr>
          <p:nvPr>
            <p:ph idx="1"/>
          </p:nvPr>
        </p:nvSpPr>
        <p:spPr>
          <a:xfrm>
            <a:off x="838200" y="1690688"/>
            <a:ext cx="10515600" cy="4351338"/>
          </a:xfrm>
        </p:spPr>
        <p:txBody>
          <a:bodyPr/>
          <a:lstStyle/>
          <a:p>
            <a:r>
              <a:rPr lang="en-GB" b="1" dirty="0"/>
              <a:t>Susceptible pool assumption: </a:t>
            </a:r>
            <a:r>
              <a:rPr lang="en-GB" dirty="0"/>
              <a:t>susceptible pool size is fixed based on long-term average FOI using simple catalytic model (spatially coarse) – unvalidated immunity assumption</a:t>
            </a:r>
          </a:p>
          <a:p>
            <a:pPr lvl="0"/>
            <a:r>
              <a:rPr lang="en-GB" b="1" dirty="0"/>
              <a:t>Non-identifiability</a:t>
            </a:r>
            <a:r>
              <a:rPr lang="en-GB" dirty="0"/>
              <a:t>: β estimation too flexible to test this assumption (model cannot validate whether the current immunity assumption is correct)</a:t>
            </a:r>
          </a:p>
          <a:p>
            <a:pPr lvl="0"/>
            <a:r>
              <a:rPr lang="en-GB" b="1" dirty="0"/>
              <a:t>Spatial resolution</a:t>
            </a:r>
            <a:r>
              <a:rPr lang="en-GB" dirty="0"/>
              <a:t>: each state treated as homogeneous (well-mixed) vs. documented within-state heterogeneity --  unreconciled</a:t>
            </a:r>
          </a:p>
        </p:txBody>
      </p:sp>
    </p:spTree>
    <p:extLst>
      <p:ext uri="{BB962C8B-B14F-4D97-AF65-F5344CB8AC3E}">
        <p14:creationId xmlns:p14="http://schemas.microsoft.com/office/powerpoint/2010/main" val="1280129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29A4E7-1B04-99DC-56BA-E3D6B4786204}"/>
              </a:ext>
            </a:extLst>
          </p:cNvPr>
          <p:cNvSpPr>
            <a:spLocks noGrp="1"/>
          </p:cNvSpPr>
          <p:nvPr>
            <p:ph type="title"/>
          </p:nvPr>
        </p:nvSpPr>
        <p:spPr/>
        <p:txBody>
          <a:bodyPr>
            <a:normAutofit/>
          </a:bodyPr>
          <a:lstStyle/>
          <a:p>
            <a:r>
              <a:rPr lang="en-GB" dirty="0"/>
              <a:t>1) On the identifiability of the transmission model, and how it interacts with the characterisation of prior immunity.</a:t>
            </a:r>
          </a:p>
        </p:txBody>
      </p:sp>
      <p:pic>
        <p:nvPicPr>
          <p:cNvPr id="4" name="내용 개체 틀 3">
            <a:extLst>
              <a:ext uri="{FF2B5EF4-FFF2-40B4-BE49-F238E27FC236}">
                <a16:creationId xmlns:a16="http://schemas.microsoft.com/office/drawing/2014/main" id="{34A4BFD2-D9B9-B4B9-5D85-0827A3903497}"/>
              </a:ext>
            </a:extLst>
          </p:cNvPr>
          <p:cNvPicPr>
            <a:picLocks noGrp="1" noChangeAspect="1"/>
          </p:cNvPicPr>
          <p:nvPr>
            <p:ph idx="1"/>
          </p:nvPr>
        </p:nvPicPr>
        <p:blipFill>
          <a:blip r:embed="rId2"/>
          <a:stretch>
            <a:fillRect/>
          </a:stretch>
        </p:blipFill>
        <p:spPr>
          <a:xfrm>
            <a:off x="838200" y="1542920"/>
            <a:ext cx="6479940" cy="4949955"/>
          </a:xfrm>
          <a:prstGeom prst="rect">
            <a:avLst/>
          </a:prstGeom>
        </p:spPr>
      </p:pic>
      <p:sp>
        <p:nvSpPr>
          <p:cNvPr id="6" name="내용 개체 틀 2">
            <a:extLst>
              <a:ext uri="{FF2B5EF4-FFF2-40B4-BE49-F238E27FC236}">
                <a16:creationId xmlns:a16="http://schemas.microsoft.com/office/drawing/2014/main" id="{74340D33-CE34-9711-B2D0-B01DAA5E333D}"/>
              </a:ext>
            </a:extLst>
          </p:cNvPr>
          <p:cNvSpPr txBox="1">
            <a:spLocks/>
          </p:cNvSpPr>
          <p:nvPr/>
        </p:nvSpPr>
        <p:spPr>
          <a:xfrm>
            <a:off x="7318140" y="1690688"/>
            <a:ext cx="4035660" cy="44862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Initial susceptible is not jointly calibrated with beta</a:t>
            </a:r>
          </a:p>
          <a:p>
            <a:pPr lvl="1"/>
            <a:r>
              <a:rPr lang="en-GB" dirty="0"/>
              <a:t>Fixed using catalytic model (simple catalytic model) </a:t>
            </a:r>
          </a:p>
          <a:p>
            <a:pPr lvl="1"/>
            <a:r>
              <a:rPr lang="en-GB" dirty="0"/>
              <a:t>The model fit looks convincing, but beta is too flexible to absorb error and can be fitted to any level of S0 (non-identifiable)</a:t>
            </a:r>
          </a:p>
          <a:p>
            <a:pPr lvl="1"/>
            <a:r>
              <a:rPr lang="en-GB" dirty="0"/>
              <a:t>The problem is that model fits to all different levels of S0 (with flexible time-varying beta) but downstream BRR results are materially different</a:t>
            </a:r>
          </a:p>
        </p:txBody>
      </p:sp>
    </p:spTree>
    <p:extLst>
      <p:ext uri="{BB962C8B-B14F-4D97-AF65-F5344CB8AC3E}">
        <p14:creationId xmlns:p14="http://schemas.microsoft.com/office/powerpoint/2010/main" val="3690608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BBE4477-ABB4-835D-9C3D-031CAF756827}"/>
              </a:ext>
            </a:extLst>
          </p:cNvPr>
          <p:cNvSpPr>
            <a:spLocks noGrp="1"/>
          </p:cNvSpPr>
          <p:nvPr>
            <p:ph type="title"/>
          </p:nvPr>
        </p:nvSpPr>
        <p:spPr/>
        <p:txBody>
          <a:bodyPr/>
          <a:lstStyle/>
          <a:p>
            <a:r>
              <a:rPr lang="en-GB" dirty="0"/>
              <a:t>2) On the assumption of long-term history of chikungunya circulation </a:t>
            </a:r>
          </a:p>
        </p:txBody>
      </p:sp>
      <p:sp>
        <p:nvSpPr>
          <p:cNvPr id="3" name="내용 개체 틀 2">
            <a:extLst>
              <a:ext uri="{FF2B5EF4-FFF2-40B4-BE49-F238E27FC236}">
                <a16:creationId xmlns:a16="http://schemas.microsoft.com/office/drawing/2014/main" id="{A75D0EE4-F074-5CF7-4181-DA6DC92BBA41}"/>
              </a:ext>
            </a:extLst>
          </p:cNvPr>
          <p:cNvSpPr>
            <a:spLocks noGrp="1"/>
          </p:cNvSpPr>
          <p:nvPr>
            <p:ph idx="1"/>
          </p:nvPr>
        </p:nvSpPr>
        <p:spPr/>
        <p:txBody>
          <a:bodyPr/>
          <a:lstStyle/>
          <a:p>
            <a:r>
              <a:rPr lang="en-GB" dirty="0"/>
              <a:t>Average annual force of infection is based on long term exposure to chikungunya infection. In settings with short term exposure to chikungunya infection, this parameter should be interpreted with caution and not be misinterpreted as average annual FOI within the short-term exposure period.</a:t>
            </a:r>
          </a:p>
          <a:p>
            <a:r>
              <a:rPr lang="en-GB" dirty="0"/>
              <a:t>The use of current long-term average FOI for future studies.. e.g., future projection of FOI? </a:t>
            </a:r>
          </a:p>
          <a:p>
            <a:r>
              <a:rPr lang="en-GB" dirty="0"/>
              <a:t>Short term vs. long-term circulation in some countries is relatively clear (Brazil) but not in many countries. </a:t>
            </a:r>
            <a:br>
              <a:rPr lang="en-GB" dirty="0"/>
            </a:br>
            <a:br>
              <a:rPr lang="en-GB" dirty="0"/>
            </a:br>
            <a:endParaRPr lang="en-GB" dirty="0"/>
          </a:p>
        </p:txBody>
      </p:sp>
      <p:pic>
        <p:nvPicPr>
          <p:cNvPr id="5" name="그림 4">
            <a:extLst>
              <a:ext uri="{FF2B5EF4-FFF2-40B4-BE49-F238E27FC236}">
                <a16:creationId xmlns:a16="http://schemas.microsoft.com/office/drawing/2014/main" id="{DEC70E3B-A639-A953-9A75-6C8673ED40E4}"/>
              </a:ext>
            </a:extLst>
          </p:cNvPr>
          <p:cNvPicPr>
            <a:picLocks noChangeAspect="1"/>
          </p:cNvPicPr>
          <p:nvPr/>
        </p:nvPicPr>
        <p:blipFill>
          <a:blip r:embed="rId2"/>
          <a:stretch>
            <a:fillRect/>
          </a:stretch>
        </p:blipFill>
        <p:spPr>
          <a:xfrm>
            <a:off x="1088647" y="3788764"/>
            <a:ext cx="9145276" cy="1952898"/>
          </a:xfrm>
          <a:prstGeom prst="rect">
            <a:avLst/>
          </a:prstGeom>
        </p:spPr>
      </p:pic>
    </p:spTree>
    <p:extLst>
      <p:ext uri="{BB962C8B-B14F-4D97-AF65-F5344CB8AC3E}">
        <p14:creationId xmlns:p14="http://schemas.microsoft.com/office/powerpoint/2010/main" val="237446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70B5976-61F0-63E2-F9D6-51217D42276D}"/>
              </a:ext>
            </a:extLst>
          </p:cNvPr>
          <p:cNvSpPr>
            <a:spLocks noGrp="1"/>
          </p:cNvSpPr>
          <p:nvPr>
            <p:ph type="title"/>
          </p:nvPr>
        </p:nvSpPr>
        <p:spPr/>
        <p:txBody>
          <a:bodyPr/>
          <a:lstStyle/>
          <a:p>
            <a:r>
              <a:rPr lang="en-GB" dirty="0"/>
              <a:t>3) spatial concern that the authors raise themselves but do not fully reconcile</a:t>
            </a:r>
          </a:p>
        </p:txBody>
      </p:sp>
      <p:sp>
        <p:nvSpPr>
          <p:cNvPr id="3" name="내용 개체 틀 2">
            <a:extLst>
              <a:ext uri="{FF2B5EF4-FFF2-40B4-BE49-F238E27FC236}">
                <a16:creationId xmlns:a16="http://schemas.microsoft.com/office/drawing/2014/main" id="{CCE9822F-0A34-0B3F-F7C3-99A6C6D92C8E}"/>
              </a:ext>
            </a:extLst>
          </p:cNvPr>
          <p:cNvSpPr>
            <a:spLocks noGrp="1"/>
          </p:cNvSpPr>
          <p:nvPr>
            <p:ph idx="1"/>
          </p:nvPr>
        </p:nvSpPr>
        <p:spPr/>
        <p:txBody>
          <a:bodyPr/>
          <a:lstStyle/>
          <a:p>
            <a:r>
              <a:rPr lang="en-GB" dirty="0"/>
              <a:t>fitting one uniform epidemic curve with a single time varying transmission rate to that combined case series risks producing a fitted trajectory that is really an </a:t>
            </a:r>
            <a:r>
              <a:rPr lang="en-GB" dirty="0">
                <a:highlight>
                  <a:srgbClr val="FFFF00"/>
                </a:highlight>
              </a:rPr>
              <a:t>artefact of several overlapping local outbreaks rising and falling at different times and in different places rather than a genuine, interpretable transmission parameter for the state as a whole</a:t>
            </a:r>
          </a:p>
          <a:p>
            <a:endParaRPr lang="en-GB" dirty="0">
              <a:highlight>
                <a:srgbClr val="FFFF00"/>
              </a:highlight>
            </a:endParaRPr>
          </a:p>
          <a:p>
            <a:r>
              <a:rPr lang="en-GB" dirty="0"/>
              <a:t>Travel vaccination:</a:t>
            </a:r>
          </a:p>
          <a:p>
            <a:pPr lvl="1"/>
            <a:r>
              <a:rPr lang="en-GB" dirty="0"/>
              <a:t>spatial focality of chikungunya transmission, together with year-to-year variation in outbreak size and timing, might affect how representative these estimates are of the exposure a traveller would actually </a:t>
            </a:r>
            <a:r>
              <a:rPr lang="en-GB" dirty="0" err="1"/>
              <a:t>fac</a:t>
            </a:r>
            <a:endParaRPr lang="en-GB" dirty="0">
              <a:highlight>
                <a:srgbClr val="FFFF00"/>
              </a:highlight>
            </a:endParaRPr>
          </a:p>
        </p:txBody>
      </p:sp>
    </p:spTree>
    <p:extLst>
      <p:ext uri="{BB962C8B-B14F-4D97-AF65-F5344CB8AC3E}">
        <p14:creationId xmlns:p14="http://schemas.microsoft.com/office/powerpoint/2010/main" val="2377022165"/>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360</Words>
  <Application>Microsoft Office PowerPoint</Application>
  <PresentationFormat>와이드스크린</PresentationFormat>
  <Paragraphs>18</Paragraphs>
  <Slides>4</Slides>
  <Notes>0</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4</vt:i4>
      </vt:variant>
    </vt:vector>
  </HeadingPairs>
  <TitlesOfParts>
    <vt:vector size="9" baseType="lpstr">
      <vt:lpstr>Aptos</vt:lpstr>
      <vt:lpstr>Aptos Display</vt:lpstr>
      <vt:lpstr>Arial</vt:lpstr>
      <vt:lpstr>Calibri</vt:lpstr>
      <vt:lpstr>Office 테마</vt:lpstr>
      <vt:lpstr>Summary </vt:lpstr>
      <vt:lpstr>1) On the identifiability of the transmission model, and how it interacts with the characterisation of prior immunity.</vt:lpstr>
      <vt:lpstr>2) On the assumption of long-term history of chikungunya circulation </vt:lpstr>
      <vt:lpstr>3) spatial concern that the authors raise themselves but do not fully reconcile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효림 강</dc:creator>
  <cp:lastModifiedBy>효림 강</cp:lastModifiedBy>
  <cp:revision>1</cp:revision>
  <dcterms:created xsi:type="dcterms:W3CDTF">2026-08-06T01:36:18Z</dcterms:created>
  <dcterms:modified xsi:type="dcterms:W3CDTF">2026-08-06T02:08:32Z</dcterms:modified>
</cp:coreProperties>
</file>